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nibbe.com/art/boundaryfunctions" TargetMode="External"/><Relationship Id="rId2" Type="http://schemas.openxmlformats.org/officeDocument/2006/relationships/hyperlink" Target="https://www.moma.org/artists/44115" TargetMode="External"/><Relationship Id="rId3" Type="http://schemas.openxmlformats.org/officeDocument/2006/relationships/hyperlink" Target="https://artport.whitney.org/v2/commissions/codedoc/snibbe.s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://www.newsgaming.com/games/index12.htm" TargetMode="External"/><Relationship Id="rId2" Type="http://schemas.openxmlformats.org/officeDocument/2006/relationships/hyperlink" Target="https://www.youtube.com/watch?v=lBVDCMSQke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SYGCY8jMSGk" TargetMode="External"/><Relationship Id="rId2" Type="http://schemas.openxmlformats.org/officeDocument/2006/relationships/hyperlink" Target="https://www.youtube.com/watch?v=gHcSqlGTF0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BRiKhGSKaZ4" TargetMode="External"/><Relationship Id="rId2" Type="http://schemas.openxmlformats.org/officeDocument/2006/relationships/hyperlink" Target="https://nomada.studio/" TargetMode="External"/><Relationship Id="rId3" Type="http://schemas.openxmlformats.org/officeDocument/2006/relationships/hyperlink" Target="https://www.youtube.com/watch?v=RDGzYgVkqnQ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ice.com/en/article/how-it-works-chris-milks-ithe-treachery-of-sanctuaryi/" TargetMode="External"/><Relationship Id="rId2" Type="http://schemas.openxmlformats.org/officeDocument/2006/relationships/hyperlink" Target="https://www.ted.com/talks/chris_milk_the_birth_of_virtual_reality_as_an_art_for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moothware.com/danny/woodenmirror.html" TargetMode="External"/><Relationship Id="rId2" Type="http://schemas.openxmlformats.org/officeDocument/2006/relationships/hyperlink" Target="https://vimeopro.com/bitforms/rozin/video/7820888" TargetMode="External"/><Relationship Id="rId3" Type="http://schemas.openxmlformats.org/officeDocument/2006/relationships/hyperlink" Target="https://digitalartarchive.siggraph.org/artwork/daniel-rozin-wooden-mirror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z0oGKuIKLs" TargetMode="External"/><Relationship Id="rId2" Type="http://schemas.openxmlformats.org/officeDocument/2006/relationships/hyperlink" Target="https://www.waldengame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D7VJ4lP-05A" TargetMode="External"/><Relationship Id="rId2" Type="http://schemas.openxmlformats.org/officeDocument/2006/relationships/hyperlink" Target="https://store.steampowered.com/app/203810/Dear_Esther_Landmark_Editio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61DZC-60x20" TargetMode="External"/><Relationship Id="rId2" Type="http://schemas.openxmlformats.org/officeDocument/2006/relationships/hyperlink" Target="https://www.youtube.com/watch?v=S684RQHzmGA" TargetMode="External"/><Relationship Id="rId3" Type="http://schemas.openxmlformats.org/officeDocument/2006/relationships/hyperlink" Target="https://www.youtube.com/watch?v=bkL94nKSd2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nJam5Auwj1E" TargetMode="External"/><Relationship Id="rId2" Type="http://schemas.openxmlformats.org/officeDocument/2006/relationships/hyperlink" Target="https://www.playstation.com/en-us/games/flower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_QP5X6fcukM" TargetMode="External"/><Relationship Id="rId2" Type="http://schemas.openxmlformats.org/officeDocument/2006/relationships/hyperlink" Target="https://www.youtube.com/watch?v=Qg7CLHiaTrQ" TargetMode="External"/><Relationship Id="rId3" Type="http://schemas.openxmlformats.org/officeDocument/2006/relationships/hyperlink" Target="https://store.steampowered.com/app/239030/Papers_Please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guNWkOOLt1Y" TargetMode="External"/><Relationship Id="rId2" Type="http://schemas.openxmlformats.org/officeDocument/2006/relationships/hyperlink" Target="https://www.youtube.com/watch?v=fBtX0S2J32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Uv1cqYnm34k" TargetMode="External"/><Relationship Id="rId2" Type="http://schemas.openxmlformats.org/officeDocument/2006/relationships/hyperlink" Target="https://www.youtube.com/watch?v=By38Cv63TEs" TargetMode="External"/><Relationship Id="rId3" Type="http://schemas.openxmlformats.org/officeDocument/2006/relationships/hyperlink" Target="https://store.steampowered.com/app/1082430/Before_Your_Eye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Cj6Ho1MUYbM" TargetMode="External"/><Relationship Id="rId2" Type="http://schemas.openxmlformats.org/officeDocument/2006/relationships/hyperlink" Target="https://www.youtube.com/watch?v=LDlmoRcVJaQ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8qGCleYV5Kw" TargetMode="External"/><Relationship Id="rId2" Type="http://schemas.openxmlformats.org/officeDocument/2006/relationships/hyperlink" Target="https://www.youtube.com/watch?v=kPq27oUUnU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illiamforsythe.com/installations" TargetMode="External"/><Relationship Id="rId2" Type="http://schemas.openxmlformats.org/officeDocument/2006/relationships/hyperlink" Target="https://www.moma.org/calendar/exhibitions/544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1GqFasMOkss" TargetMode="External"/><Relationship Id="rId2" Type="http://schemas.openxmlformats.org/officeDocument/2006/relationships/hyperlink" Target="https://www.youtube.com/watch?v=tJjqLVxHNj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0MHkBDquUTY" TargetMode="External"/><Relationship Id="rId2" Type="http://schemas.openxmlformats.org/officeDocument/2006/relationships/hyperlink" Target="https://store.steampowered.com/app/231200/Kentucky_Route_Zero_PC_Editio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YV4MjksBjU0" TargetMode="External"/><Relationship Id="rId2" Type="http://schemas.openxmlformats.org/officeDocument/2006/relationships/hyperlink" Target="https://www.youtube.com/watch?v=BbVMmhFOmp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d6LGnVCL1_A" TargetMode="External"/><Relationship Id="rId2" Type="http://schemas.openxmlformats.org/officeDocument/2006/relationships/hyperlink" Target="https://www.youtube.com/watch?v=LbY0mBXKKT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ozano-hemmer.com/pulse_room.php" TargetMode="External"/><Relationship Id="rId2" Type="http://schemas.openxmlformats.org/officeDocument/2006/relationships/hyperlink" Target="https://vimeopro.com/bitforms/lozano-hemmer/video/33929373" TargetMode="External"/><Relationship Id="rId3" Type="http://schemas.openxmlformats.org/officeDocument/2006/relationships/hyperlink" Target="https://www.moma.org/collection/works/18018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amlab.art/w/flowersandpeople/" TargetMode="External"/><Relationship Id="rId2" Type="http://schemas.openxmlformats.org/officeDocument/2006/relationships/hyperlink" Target="https://www.teamlab.art/e/borderless-azabudai/" TargetMode="External"/><Relationship Id="rId3" Type="http://schemas.openxmlformats.org/officeDocument/2006/relationships/hyperlink" Target="https://www.pacegallery.com/artists/teamlab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U7MJljsoUSo" TargetMode="External"/><Relationship Id="rId2" Type="http://schemas.openxmlformats.org/officeDocument/2006/relationships/hyperlink" Target="https://www.youtube.com/watch?v=zFqY8a6hMfw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0sB-DjGPWY" TargetMode="External"/><Relationship Id="rId2" Type="http://schemas.openxmlformats.org/officeDocument/2006/relationships/hyperlink" Target="https://store.steampowered.com/app/1123450/Chicory_A_Colorful_Tale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andom-international.com/rain-room" TargetMode="External"/><Relationship Id="rId2" Type="http://schemas.openxmlformats.org/officeDocument/2006/relationships/hyperlink" Target="https://www.moma.org/calendar/exhibitions/1352" TargetMode="External"/><Relationship Id="rId3" Type="http://schemas.openxmlformats.org/officeDocument/2006/relationships/hyperlink" Target="https://www.ingenia.org.uk/articles/inside-the-rain-room-no-umbrella-required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://wobblylabs.com/projects/wobbler" TargetMode="External"/><Relationship Id="rId2" Type="http://schemas.openxmlformats.org/officeDocument/2006/relationships/hyperlink" Target="https://www.youtube.com/watch?v=UZ_5ol_kyB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://www.flong.com/archive/projects/messa/index.html" TargetMode="External"/><Relationship Id="rId2" Type="http://schemas.openxmlformats.org/officeDocument/2006/relationships/hyperlink" Target="https://zkm.de/en/artwork/messa-di-voce" TargetMode="External"/><Relationship Id="rId3" Type="http://schemas.openxmlformats.org/officeDocument/2006/relationships/hyperlink" Target="http://www.tmema.org/messa/messa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2eBFse8fcvw" TargetMode="External"/><Relationship Id="rId2" Type="http://schemas.openxmlformats.org/officeDocument/2006/relationships/hyperlink" Target="https://www.youtube.com/watch?v=yE1FPhxPBy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emo.tv/works/learning-to-see/" TargetMode="External"/><Relationship Id="rId2" Type="http://schemas.openxmlformats.org/officeDocument/2006/relationships/hyperlink" Target="https://vimeo.com/332185554" TargetMode="External"/><Relationship Id="rId3" Type="http://schemas.openxmlformats.org/officeDocument/2006/relationships/hyperlink" Target="https://docubase.mit.edu/project/learning-to-see/" TargetMode="External"/><Relationship Id="rId4" Type="http://schemas.openxmlformats.org/officeDocument/2006/relationships/hyperlink" Target="https://arxiv.org/pdf/2003.0090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marshmallowlaserfeast.com/experiences/evolver/" TargetMode="External"/><Relationship Id="rId2" Type="http://schemas.openxmlformats.org/officeDocument/2006/relationships/hyperlink" Target="https://www.youtube.com/watch?v=IEMwVFNXz1U" TargetMode="External"/><Relationship Id="rId3" Type="http://schemas.openxmlformats.org/officeDocument/2006/relationships/hyperlink" Target="https://www.saatchigallery.com/exhibition/evolver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vQW-ctfvLPE" TargetMode="External"/><Relationship Id="rId2" Type="http://schemas.openxmlformats.org/officeDocument/2006/relationships/hyperlink" Target="https://medium.com/@robin_96519/the-technodelic-manifesto-33891c38617" TargetMode="External"/><Relationship Id="rId3" Type="http://schemas.openxmlformats.org/officeDocument/2006/relationships/hyperlink" Target="https://www.labiennale.org/en/cinema/2020/venice-vr-expanded/sound-self-technodelic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oma.org/calendar/exhibitions/5535" TargetMode="External"/><Relationship Id="rId2" Type="http://schemas.openxmlformats.org/officeDocument/2006/relationships/hyperlink" Target="https://refikanadol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ART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31520" y="3200400"/>
            <a:ext cx="3657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Springboard for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Design 4  ·  NABA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Is Alive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automata, emergent behavior, the world before the participant.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 grammar: Parts, Actions, Loops, Yields.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Functions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Snibbe  —  1998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on a floor projection with other people. An overhead camera tracks positions and generates a real-time Voronoi diagram dividing the floor into personal territories. Only activates with 2+ people. Every step restructures the geometry.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impossible to experience alone. The art IS the social mathematics — personal space made visible. Pure emergence from simple rules.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Project page — snibbe.com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MoMA collection page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Whitney Artport — code + documentation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be a video? What would be lost?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12th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Frasca / Newsgaming  —  2003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missiles at terrorists in a Middle Eastern town. Every explosion kills civilians. Mourning civilians become new terrorists. The only way to win is to stop playing.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political argument IS the interaction. A feedback loop as rhetoric — the most cited example of procedural persuasion in game studies.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Play online — newsgaming.com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Ian Bogost on procedural rhetoric (video)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lives in the loop, not in any single frame. How is this different from a political cartoon?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Somewhere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that unfold over time. Phases, progression, transformation.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that goes somewhere — beginning, middle, arrival.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Unfinished Swan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Sparrow  —  2012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black paint into a completely white void to reveal hidden geometry. Later chapters: throw water to grow vines, throw light to banish darkness. The same verb (throw) produces completely different spatial experiences.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chapter reinvents the same action. The world accumulates your marks — you can only see what you’ve revealed. Discovery through action.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GDC talk: "Designing The Unfinished Swan"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verb, many meanings. How does the same action feel different when the world changes around it?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Nomada Studio  —  2018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a watercolor world drained of color. As you progress, colors return one by one — red, green, blue — each unlocking new abilities and transforming the entire landscape.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Color-as-emotion, environment-as-inner-state. Grief and recovery expressed purely through environmental shifts. No words needed.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Nomada Studio website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Art of Gris — making-of (YouTube)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journey played out as an animated film, would it mean the same thing?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Treachery of Sanctuary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Milk  —  2012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before a 30-foot triptych above a reflecting pool. Panel 1: your shadow dissolves into birds. Panel 2: birds attack your silhouette. Panel 3: raise your arms — wings grow from your shadow and you fly.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three modes of agency, one emotional arc: creation, destruction, transcendence. The body IS the input device.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VICE documentary — "How It Works"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Chris Milk TED talk — VR as art 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panels are a sequence. What if the order was reversed?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Remembers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same thing twice and getting a different result.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memory, accumulation. My actions have consequences that persist.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Mirror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Rozin  —  1999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in front of 830 motorized wooden tiles — each rotates independently to create a low-res wooden “reflection” of your body. Step away and all tiles reset to neutral. The motors produce a distinctive sound.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cannot reflect, yet it does. Pure reaction — but the material transformation IS the concept. What if the mirror distorted, delayed, or selectively forgot?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Artist website — smoothware.com/danny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bitforms gallery — video (Vimeo)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SIGGRAPH Digital Art Archive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 tiles, each with a simple rule. Where does the “meaning” live — in the tile, or in the viewer’s recognition?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Walden, a game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Tracy Fullerton / USC  —  2017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as Thoreau at Walden Pond. Walk slowly and attentively — the world is colorful and beautiful. Rush through tasks — the world grays out and beauty fades. The system tracks your attention.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speed IS the artistic statement. The world remembers how you behaved and transforms accordingly. Attention as a game mechanic.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waldengame.com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punishes rushing. Is that a constraint on agency, or a deepening of it?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as Expression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speed, camera behavior, spatial constraints.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moves through space carries meaning.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SIM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Esther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Chinese Room  —  2012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 Hebridean island. No combat, no puzzles, no fail state. Just WASD + mouse-look. Letter fragments narrate as you move. Movement through space IS the interaction.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to remove every verb except “walk” IS the artistic statement. Constraint as expression — what you can’t do defines what the experience means.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Steam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walking enough? When does the removal of agency become the art?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thatgamecompany  —  2012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 desert toward a distant mountain. A wordless anonymous stranger may join you — you can only chirp. No speech, no names, no violence. The final ascent is devastating.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CAN’T do matters as much as what you can. The constraints on movement and communication ARE the design. One of the most emotionally powerful multiplayer experiences ever made.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Jenova Chen GDC: "Designing Journey"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Noclip documentary — Making of Journey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speak, can’t fight, can’t even know who you’re with. Why is this one of the most social games ever made?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thatgamecompany  —  2009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wind with gyroscope tilt, guiding petals across landscapes. Pass over flowers to bloom them and transform the world from gray to vibrant. The character IS an invisible force.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body, no face, just motion and consequence. Physics, environment, and feedback unified in a single gesture.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PlayStation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character has no body. How does that change the relationship between agency and identity?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That Matter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forks. Some things cannot be undone.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Branching, irreversibility, world-space UI.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Please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Pope  —  2013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 border checkpoint. Examine documents, compare photos to faces, check rules, stamp APPROVED or DENIED. Every stamp is irreversible. Balance family survival against morality.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bureaucratic interface generates moral weight. Stamping DENIED on a refugee’s passport while your child is sick at home produces meaning that cannot exist without the player’s hand on the stamp.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Lucas Pope GDC postmortem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Steam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the moral engine. How does the design of the stamp mechanic create empathy?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Stanley Parable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Galactic Cafe  —  2013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an office. A narrator tells you what to do. Obey or disobey — every choice leads to endings that comment on the nature of choice itself. The game forks on compliance.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of someone else playing is a fundamentally different work. The meaning IS the experience of choosing. Agency is both the medium and the subject.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Ultra Deluxe trailer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watched a recording of every possible path, would you “get” the same experience?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Eyes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GoodbyeWorld Games  —  2021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Relive a life’s memories — but every blink (detected by webcam) advances the scene. You try to keep your eyes open to stay in happy moments, but your body inevitably betrays you.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input as loss. The most involuntary action — blinking — becomes the most meaningful. You physically cannot hold on to what matters.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GDC talk: Postmortem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Steam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becomes the enemy of your intentions. Is that the purest form of interactive tragedy?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as Expression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bounciness, friction, and force as expressive parameters.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intention and execution — that’s where meaning lives.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Katamari Damacy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Keita Takahashi  —  2004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a sticky ball that picks up everything it touches, growing from paperclips to buildings to continents. The deliberately clumsy twin-stick controls create physical comedy.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clumsiness is designed. The gap between what you want to do and what happens is where the joy lives. Scale progression through a single unchanging mechanic.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Katamari REROLL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Keita Takahashi GDC talk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controls would make a worse game. When is clumsiness a feature?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Over 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Bennett Foddy  —  2017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in a cauldron with a sledgehammer. Climb an impossible mountain. No checkpoints. One wrong move sends you tumbling to the start. The narrator philosophizes about loss.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ARE the philosophy — persistence, loss, and the designed relationship between effort and reward. A treatise on game design disguised as a punishment.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Bennett Foddy GDC talk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cruelty or respect? Foddy says removing checkpoints is the most honest design choice.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Tumble Room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Forsythe  —  2002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hundreds of suspended white balloons. Your body displaces them — they drift, collide, settle. You are a force acting on a field of lightweight physics objects. No screen, no interface.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IS the controller. The physical world becomes a physics simulation you inhabit. Every movement has visible, tangible consequences.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Forsythe Company — installations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MoMA exhibition feature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room full of balloons. Why does it feel like an interactive artwork?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and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NPCs, dialogue, behavioral responses.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that responds with apparent intention.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Mountains / Annapurna  —  2018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through micro-mechanics: piece together speech bubbles to form conversation (puzzles get easier as comfort grows), brush teeth together, unpack boxes. Each relationship moment is a unique small interaction.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speech-bubble puzzle getting easier as comfort grows is a more honest representation of intimacy than any dialogue tree.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Ken Wong GDC: Florence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mechanic express emotional growth better than words?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Kentucky Route Zero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Computer  —  2013–2020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dialogue options — but choices don’t branch the plot, they define who the characters ARE. You don’t choose what happens. You choose how it’s remembered.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as identity construction. The most radical reframing of “choice” in games — branching not as plot, but as characterization.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Steam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choices don’t change the story, do they still matter?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Elysium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ZA/UM  —  2019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psyche is split into 24 competing “skills” that interject during conversations. Empathy argues with Logic, Electrochemistry tempts you. The most important “NPCs” are parts of your own mind.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conflict as dialogue system. The game proves that the richest NPCs can be projections of the player’s own fractured self.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GDC: Narrative Innovation Award talk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NPCs are parts of your own mind. What does that do to the boundary between player and character?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act, the world changes, the changed world alters what you can do.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breathes. You are inside it.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Wilds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Mobius Digital  —  2019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solar system in a 22-minute time loop. Planets actively change — sand flows, a planet collapses into a black hole. When the sun explodes, you loop back. The only thing that persists is what you KNOW.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the only form of progress. No upgrades, no unlocks — just understanding. The player’s mind is the save file.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Noclip documentary — Making of Outer Wilds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only thing that persists is knowledge, what does “progress” mean?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Room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Lozano-Hemmer  —  2006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a heart rate sensor. Your heartbeat becomes a flashing lightbulb that joins 300 others — each pulsing with a past visitor’s recorded heartbeat. You literally change the room’s light.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input → persistent trace. Your heartbeat joins an archive of strangers. Each new visitor transforms the room for the next.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Project page — lozano-hemmer.com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Venice Biennale documentation (Vimeo)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MoMA collection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heartbeat is now data in an archive. Is that presence or surveillance?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Flowers and People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teamLab  —  2015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dark space — photorealistic flowers bloom around you if you stand still. Move or touch the flowers and they wither, scatter, die. An entire year’s seasonal cycle unfolds over one hour, never repeating.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Stillness creates life; movement creates death. The interaction is counterintuitive — the less you do, the more happens. Real-time rendering means every moment is unique.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teamLab — project page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teamLab Borderless (Azabudai Hills)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Pace Gallery — teamLab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 you do, the more happens. What does that inversion teach about interaction design?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Talks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Everything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systems. Physics affects agents, agents affect environment,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affects feedback. Emergence from connection.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 Is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Hempuli (Arvi Teikari)  —  2019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word-blocks to rewrite the game’s rules. “BABA IS YOU” → push “ROCK IS YOU” and now you control the rock. The rules are physical objects you manipulate.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Meta-agency: the participant modifies the system itself. Not just acting within rules, but rewriting them. The deepest form of interactive expression.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Hempuli GDC: Baba Is You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rewrite the rules, where does the designer’s authority end?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Chicory: A Colorful Tale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 Lobanov / Finji  —  2021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Wield a giant paintbrush to paint the entire game world — every surface, NPC, object. Your paint stays permanently. The world becomes a canvas that accumulates your expression.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transformation as personal expression. The world doesn’t just respond to you — it bears your mark.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Steam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surface carries your paint, does the world become a self-portrait?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Screen to Space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input abstraction, physical context.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device, the display, the room — all are design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Room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International  —  2012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continuous rainfall — motion-tracking cameras detect your body and pause the rain in a radius around you. A personal dry zone follows your movement through 100 sqm of falling water.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is binary (present/absent) but the physical experience is unforgettable. 2,500 liters of recycled water, sub-second response. Installation robustness as design constraint.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Random International — project page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MoMA exhibition page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Engineering details — Ingenia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agency is binary: present or absent. Why is this one of the most iconic interactive artworks ever made?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Wobbler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Baumgarten  —  2015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1D dungeon crawler on an LED strip. The controller is a door-stopper spring — wobble it to move, snap it to attack. The spring’s physical oscillation and damping ARE the input.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richest input device for the simplest output. The spring’s physical properties define the entire experience. Custom controllers as art.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Project page — wobblylabs.com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Line Wobbler demo — YouTube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complex controller for the simplest display. What does that inversion teach us?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 di Voce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 Levin &amp; Zachary Lieberman  —  2003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Speak, shout, or sing into a microphone — your voice is visualized as graphic forms in real-time. Whispers produce delicate lines, shouts produce explosions. Your silhouette appears on screen; you can touch your visualized sounds.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 rich multidimensional input. The founders of openFrameworks built this — a landmark of creative coding and audiovisual performance.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Project page — flong.com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ZKM artwork page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Performance docs — tmema.org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 becomes visible. Does seeing your sound change how you vocalize?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Feedback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light, haptics tied to action.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participant’s body becomes an instrument.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 Infinite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Tetsuya Mizuguchi / Enhance  —  2001/2016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 targets in a wireframe world — every hit triggers musical notes and visual pulses. Your gameplay literally composes the soundtrack. Each level builds a different sonic texture.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Synesthesia as core mechanic. The player is simultaneously musician, painter, and pilot. The most complete fusion of action and audiovisual feedback in games.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Rez Infinite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Mizuguchi: "Synesthesia in Games" (GDC)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action IS a musical note, is the player a performer, a composer, or both?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See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Akten  —  2017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objects on a tabletop — a camera captures the scene and neural networks reinterpret your hands as ocean waves, fire, flowers, cosmos in real-time. Networks rotate every 30 seconds.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see things not as they are, but as we are.” The same input produces radically different outputs depending on training data. Perception itself is the medium.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Project page — memo.tv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documentation (Vimeo)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MIT Docubase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arXiv paper: "You Are What You See"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hallucinates fire where you see a hand. Whose perception is “correct”?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&amp; Current Works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happening now. 2022–2026.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biometrics, planetary data, reopened landmarks.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Marshmallow Laser Feast  —  2023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mapped to your heartbeat, breathing, and body heat. Journey through your own body — blood cells to neural pathways. Your physiology drives the experience.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intimate input device: your own biology. The boundary between interface and body dissolves entirely.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Marshmallow Laser Feast — Evolver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Saatchi Gallery exhibition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input IS your heartbeat, who’s in control — you or your body?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/ 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SoundSelf: A Technodelic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Arnott  —  2020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vocal tones into a microphone — fractal visuals and binaural audio respond to your voice. A feedback loop: sound shapes light, light shapes breath, breath shapes sound. Designed to dissolve self-awareness.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 meditation. Scientifically measured to decrease Default Mode Network activity, similar to psychedelic states. The technodelic manifesto.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Official trailer — YouTube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The Technodelic Manifesto (Medium)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Venice Biennale 2020 page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designed to dissolve the self. Is that agency, or the opposite of agency?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Refik Anadol  —  2022–23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MoMA’s 130,000 artworks generates never-repeating compositions on a massive LED wall. Environmental data modulates output. The model “dreams” in the language of 200 years of art history.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watches a machine hallucinate from an art collection. What is the role of the viewer when the generator is autonomous? Is watching enough?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MoMA exhibition page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Refik Anadol Studio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6576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17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trained on all of MoMA’s art generates new compositions endlessly. Is this interactive art? Why or why not?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PRINCIPLES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645920" cy="3200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from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verb IS the meaning.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4048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Please, Florence, Getting Over It, Dys4ia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creates expression.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Esther, Before Your Eyes, That Dragon Cancer, Journey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826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is content.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538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Journey’s sand, Katamari’s clumsiness, World of Goo’s wobble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496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carry ideology.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1056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Please’s desk, Her Story’s search bar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416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irreducibility test.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6725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watch someone else and get the same experience?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be a video?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3657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watching a recording gets the same experience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someone participating — the interaction is not yet doing its work.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Design 4  ·  NABA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Art References — Interaction Design 4</dc:title>
  <dc:subject>PptxGenJS Presentation</dc:subject>
  <dc:creator>Petar Mavrodiev</dc:creator>
  <cp:lastModifiedBy>Petar Mavrodiev</cp:lastModifiedBy>
  <cp:revision>1</cp:revision>
  <dcterms:created xsi:type="dcterms:W3CDTF">2026-03-03T07:32:21Z</dcterms:created>
  <dcterms:modified xsi:type="dcterms:W3CDTF">2026-03-03T07:32:21Z</dcterms:modified>
</cp:coreProperties>
</file>