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6400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</a:t>
            </a:r>
            <a:endParaRPr lang="en-US" sz="5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WORLDS ALIVE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731520" y="3566160"/>
            <a:ext cx="41148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840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 ·  Rules  ·  Emergence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Design 4  ·  NABA 2026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772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the world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didn't need you?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3749040"/>
            <a:ext cx="32004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0233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interactive experiences wait for the participant.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the world is already alive?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AUTOMATA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form of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world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grid of cells. Each cell looks at its neighbors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follows a rule to decide its next state.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control. No master plan.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local rules, applied everywhere, simultaneously.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(1940s) · Wolfram (1980s) · Conway (1970)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731520"/>
            <a:ext cx="365760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2064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30 — Stephen Wolfram, 1983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365760"/>
            <a:ext cx="4389120" cy="4389120"/>
          </a:xfrm>
          <a:prstGeom prst="rect">
            <a:avLst/>
          </a:prstGeom>
          <a:solidFill>
            <a:srgbClr val="2D2D2D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548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CONWAY'S GAME OF LIFE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1887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rules.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complexity.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228600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cell with &lt; 2 neighbors dies (loneliness)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cell with 2–3 neighbors survives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cell with &gt; 3 neighbors dies (overcrowding)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dead cell with exactly 3 neighbors is born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4114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these four rules: gliders, oscillators, guns, computers.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0" y="0"/>
            <a:ext cx="4572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46320" y="548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GRID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4846320" y="960120"/>
            <a:ext cx="18288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2"/>
          <p:cNvSpPr/>
          <p:nvPr/>
        </p:nvSpPr>
        <p:spPr>
          <a:xfrm>
            <a:off x="4846320" y="118872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in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space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846320" y="246888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automata live on grids — but the principle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more general than the grid.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"cell" with </a:t>
            </a:r>
            <a:pPr indent="0" marL="0">
              <a:buNone/>
            </a:pPr>
            <a:r>
              <a:rPr lang="en-US" sz="140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"neighbor" with </a:t>
            </a:r>
            <a:pPr indent="0" marL="0">
              <a:buNone/>
            </a:pPr>
            <a:r>
              <a:rPr lang="en-US" sz="140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</a:t>
            </a:r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"state" with </a:t>
            </a:r>
            <a:pPr indent="0" marL="0">
              <a:buNone/>
            </a:pPr>
            <a:r>
              <a:rPr lang="en-US" sz="140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your world has creatures, not pixels.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4709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Langton's Ant — order from chaos, from two rules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RECIPE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8288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ingredients for a living world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468880" cy="2560320"/>
          </a:xfrm>
          <a:prstGeom prst="rect">
            <a:avLst/>
          </a:prstGeom>
          <a:solidFill>
            <a:srgbClr val="363636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11680"/>
            <a:ext cx="246888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240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60120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324612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that exist and have properties. Position, type, state, energy. The nouns of the world.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2011680"/>
            <a:ext cx="2468880" cy="2560320"/>
          </a:xfrm>
          <a:prstGeom prst="rect">
            <a:avLst/>
          </a:prstGeom>
          <a:solidFill>
            <a:srgbClr val="363636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2011680"/>
            <a:ext cx="2468880" cy="54864"/>
          </a:xfrm>
          <a:prstGeom prst="rect">
            <a:avLst/>
          </a:prstGeom>
          <a:solidFill>
            <a:srgbClr val="5B8DB8"/>
          </a:solidFill>
          <a:ln/>
        </p:spPr>
      </p:sp>
      <p:sp>
        <p:nvSpPr>
          <p:cNvPr id="12" name="Text 10"/>
          <p:cNvSpPr/>
          <p:nvPr/>
        </p:nvSpPr>
        <p:spPr>
          <a:xfrm>
            <a:off x="3703320" y="2240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703320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03320" y="324612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entity does on each tick. Move toward food. Flee from predators. Reproduce if healthy. The verbs.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2011680"/>
            <a:ext cx="2468880" cy="2560320"/>
          </a:xfrm>
          <a:prstGeom prst="rect">
            <a:avLst/>
          </a:prstGeom>
          <a:solidFill>
            <a:srgbClr val="363636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2011680"/>
            <a:ext cx="2468880" cy="54864"/>
          </a:xfrm>
          <a:prstGeom prst="rect">
            <a:avLst/>
          </a:prstGeom>
          <a:solidFill>
            <a:srgbClr val="D4836D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2240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8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46520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46520" y="324612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entities meet. Consume, repel, attract, flee. The sentences — subject acts on object.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designer intervention at runtime. The world runs itself.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ECOSYSTEM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8288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Flora, herbivores, carnivores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365760"/>
            <a:ext cx="4114800" cy="4389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1993392"/>
            <a:ext cx="274320" cy="274320"/>
          </a:xfrm>
          <a:prstGeom prst="ellipse">
            <a:avLst/>
          </a:prstGeom>
          <a:solidFill>
            <a:srgbClr val="6CBD82"/>
          </a:solidFill>
          <a:ln/>
        </p:spPr>
      </p:sp>
      <p:sp>
        <p:nvSpPr>
          <p:cNvPr id="7" name="Text 4"/>
          <p:cNvSpPr/>
          <p:nvPr/>
        </p:nvSpPr>
        <p:spPr>
          <a:xfrm>
            <a:off x="114300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43000" y="2240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Static. Spawns periodically.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of the food chain.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2999232"/>
            <a:ext cx="274320" cy="274320"/>
          </a:xfrm>
          <a:prstGeom prst="ellipse">
            <a:avLst/>
          </a:prstGeom>
          <a:solidFill>
            <a:srgbClr val="5B8DB8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Herbivores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43000" y="32461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randomly. Attracted to flora.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on contact. Reproduce when fed.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1520" y="4005072"/>
            <a:ext cx="274320" cy="274320"/>
          </a:xfrm>
          <a:prstGeom prst="ellipse">
            <a:avLst/>
          </a:prstGeom>
          <a:solidFill>
            <a:srgbClr val="D4836D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Carnivores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43000" y="4251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toward herbivores.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on contact. Larger, slower, fewer.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 BEHAVIOR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2286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arises that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didn't design?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author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types and their properties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behavior rules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rules between types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conditions and parameters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8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emerges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278892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waves and crashes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Territorial clustering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Predator-prey oscillation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 you never scripted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2377440"/>
            <a:ext cx="27432" cy="2011680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horizon: setting conditions for meaning to arise.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8288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thinking comes from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Conway's Game of Life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Conway, 1970 — the canonical cellular automaton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7772400" cy="9144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23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Wolfram's Elementary CA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Stephen Wolfram, 1983 — Rule 30, Rule 110, A New Kind of Science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788920"/>
            <a:ext cx="7772400" cy="9144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0" y="2926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Craig Reynolds, 1986 — flocking behavior from three simple rules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291840"/>
            <a:ext cx="7772400" cy="9144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Langton's Ant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Langton, 1986 — order emerging from two rules and chaos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794760"/>
            <a:ext cx="7772400" cy="9144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931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8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Braitenberg Vehicles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Valentino Braitenberg, 1984 — simple wiring, complex personalities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297680"/>
            <a:ext cx="7772400" cy="9144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434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8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Life (ALife)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field: life-as-it-could-be, not just life-as-we-know-it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37160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make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alive.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731520" y="3657600"/>
            <a:ext cx="32004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39319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cells that move, attract, repel, consume — from rules alone.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Making Worlds Alive</dc:title>
  <dc:subject>PptxGenJS Presentation</dc:subject>
  <dc:creator>Petar Mavrodiev</dc:creator>
  <cp:lastModifiedBy>Petar Mavrodiev</cp:lastModifiedBy>
  <cp:revision>1</cp:revision>
  <dcterms:created xsi:type="dcterms:W3CDTF">2026-03-03T03:59:00Z</dcterms:created>
  <dcterms:modified xsi:type="dcterms:W3CDTF">2026-03-03T03:59:00Z</dcterms:modified>
</cp:coreProperties>
</file>